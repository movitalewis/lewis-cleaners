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8" r:id="rId5"/>
    <p:sldId id="257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C1EE"/>
    <a:srgbClr val="F05A52"/>
    <a:srgbClr val="C1CCCF"/>
    <a:srgbClr val="BFD1CA"/>
    <a:srgbClr val="B9D1D7"/>
    <a:srgbClr val="8FC540"/>
    <a:srgbClr val="F5BB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2B4253-3F98-4D7E-A39D-9549B00D679A}" v="52" dt="2026-02-05T14:05:32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Alphonso" userId="be910e228fa57beb" providerId="LiveId" clId="{909EF36C-FDF6-4751-8EA8-A3438C4CD412}"/>
    <pc:docChg chg="undo custSel addSld modSld">
      <pc:chgData name="Aaron Alphonso" userId="be910e228fa57beb" providerId="LiveId" clId="{909EF36C-FDF6-4751-8EA8-A3438C4CD412}" dt="2026-02-05T14:10:49.115" v="1363" actId="20577"/>
      <pc:docMkLst>
        <pc:docMk/>
      </pc:docMkLst>
      <pc:sldChg chg="addSp delSp modSp mod">
        <pc:chgData name="Aaron Alphonso" userId="be910e228fa57beb" providerId="LiveId" clId="{909EF36C-FDF6-4751-8EA8-A3438C4CD412}" dt="2026-02-05T06:40:26.623" v="554" actId="478"/>
        <pc:sldMkLst>
          <pc:docMk/>
          <pc:sldMk cId="3910150634" sldId="256"/>
        </pc:sldMkLst>
        <pc:spChg chg="add mod">
          <ac:chgData name="Aaron Alphonso" userId="be910e228fa57beb" providerId="LiveId" clId="{909EF36C-FDF6-4751-8EA8-A3438C4CD412}" dt="2026-02-05T04:45:24.952" v="22" actId="207"/>
          <ac:spMkLst>
            <pc:docMk/>
            <pc:sldMk cId="3910150634" sldId="256"/>
            <ac:spMk id="4" creationId="{90A05523-0F4F-B52B-B944-4083BA30D980}"/>
          </ac:spMkLst>
        </pc:spChg>
        <pc:spChg chg="add del mod">
          <ac:chgData name="Aaron Alphonso" userId="be910e228fa57beb" providerId="LiveId" clId="{909EF36C-FDF6-4751-8EA8-A3438C4CD412}" dt="2026-02-05T04:53:51.344" v="108"/>
          <ac:spMkLst>
            <pc:docMk/>
            <pc:sldMk cId="3910150634" sldId="256"/>
            <ac:spMk id="5" creationId="{38544CE2-F9F3-0013-A0DA-4039A4B5279C}"/>
          </ac:spMkLst>
        </pc:spChg>
        <pc:spChg chg="add del mod">
          <ac:chgData name="Aaron Alphonso" userId="be910e228fa57beb" providerId="LiveId" clId="{909EF36C-FDF6-4751-8EA8-A3438C4CD412}" dt="2026-02-05T06:09:05.915" v="113"/>
          <ac:spMkLst>
            <pc:docMk/>
            <pc:sldMk cId="3910150634" sldId="256"/>
            <ac:spMk id="6" creationId="{F587AC91-E069-3A8E-95D1-B593B395D39F}"/>
          </ac:spMkLst>
        </pc:spChg>
        <pc:spChg chg="add del mod">
          <ac:chgData name="Aaron Alphonso" userId="be910e228fa57beb" providerId="LiveId" clId="{909EF36C-FDF6-4751-8EA8-A3438C4CD412}" dt="2026-02-05T06:40:26.623" v="554" actId="478"/>
          <ac:spMkLst>
            <pc:docMk/>
            <pc:sldMk cId="3910150634" sldId="256"/>
            <ac:spMk id="9" creationId="{DA248EEB-B4BE-6AAA-07A2-AC0D16310615}"/>
          </ac:spMkLst>
        </pc:spChg>
        <pc:picChg chg="add del mod">
          <ac:chgData name="Aaron Alphonso" userId="be910e228fa57beb" providerId="LiveId" clId="{909EF36C-FDF6-4751-8EA8-A3438C4CD412}" dt="2026-02-05T06:40:23.189" v="553" actId="478"/>
          <ac:picMkLst>
            <pc:docMk/>
            <pc:sldMk cId="3910150634" sldId="256"/>
            <ac:picMk id="8" creationId="{3A610D8D-E189-9D78-D3DF-314A2A3D7B4D}"/>
          </ac:picMkLst>
        </pc:picChg>
      </pc:sldChg>
      <pc:sldChg chg="addSp delSp modSp add mod">
        <pc:chgData name="Aaron Alphonso" userId="be910e228fa57beb" providerId="LiveId" clId="{909EF36C-FDF6-4751-8EA8-A3438C4CD412}" dt="2026-02-05T06:35:05.415" v="484" actId="1076"/>
        <pc:sldMkLst>
          <pc:docMk/>
          <pc:sldMk cId="3039803141" sldId="257"/>
        </pc:sldMkLst>
        <pc:spChg chg="mod">
          <ac:chgData name="Aaron Alphonso" userId="be910e228fa57beb" providerId="LiveId" clId="{909EF36C-FDF6-4751-8EA8-A3438C4CD412}" dt="2026-02-05T06:26:40.812" v="392" actId="313"/>
          <ac:spMkLst>
            <pc:docMk/>
            <pc:sldMk cId="3039803141" sldId="257"/>
            <ac:spMk id="2" creationId="{462D522E-B40E-3CEE-8014-84667F327B97}"/>
          </ac:spMkLst>
        </pc:spChg>
        <pc:spChg chg="mod">
          <ac:chgData name="Aaron Alphonso" userId="be910e228fa57beb" providerId="LiveId" clId="{909EF36C-FDF6-4751-8EA8-A3438C4CD412}" dt="2026-02-05T06:34:35.627" v="479" actId="1076"/>
          <ac:spMkLst>
            <pc:docMk/>
            <pc:sldMk cId="3039803141" sldId="257"/>
            <ac:spMk id="9" creationId="{1D109D08-84C3-3399-389B-F48B6B74BFAF}"/>
          </ac:spMkLst>
        </pc:spChg>
        <pc:picChg chg="add mod">
          <ac:chgData name="Aaron Alphonso" userId="be910e228fa57beb" providerId="LiveId" clId="{909EF36C-FDF6-4751-8EA8-A3438C4CD412}" dt="2026-02-05T06:27:51.274" v="402" actId="14100"/>
          <ac:picMkLst>
            <pc:docMk/>
            <pc:sldMk cId="3039803141" sldId="257"/>
            <ac:picMk id="5" creationId="{0845C5F6-F221-6672-3C24-0185AF9A1EB6}"/>
          </ac:picMkLst>
        </pc:picChg>
        <pc:picChg chg="add mod">
          <ac:chgData name="Aaron Alphonso" userId="be910e228fa57beb" providerId="LiveId" clId="{909EF36C-FDF6-4751-8EA8-A3438C4CD412}" dt="2026-02-05T06:29:01.541" v="406" actId="14100"/>
          <ac:picMkLst>
            <pc:docMk/>
            <pc:sldMk cId="3039803141" sldId="257"/>
            <ac:picMk id="7" creationId="{F94B978B-D135-4D34-8B93-871CBD3B0435}"/>
          </ac:picMkLst>
        </pc:picChg>
        <pc:picChg chg="del">
          <ac:chgData name="Aaron Alphonso" userId="be910e228fa57beb" providerId="LiveId" clId="{909EF36C-FDF6-4751-8EA8-A3438C4CD412}" dt="2026-02-05T06:27:39.421" v="399" actId="478"/>
          <ac:picMkLst>
            <pc:docMk/>
            <pc:sldMk cId="3039803141" sldId="257"/>
            <ac:picMk id="8" creationId="{163182D9-5D8C-02CE-AC4F-495807EA2CA2}"/>
          </ac:picMkLst>
        </pc:picChg>
        <pc:picChg chg="add mod">
          <ac:chgData name="Aaron Alphonso" userId="be910e228fa57beb" providerId="LiveId" clId="{909EF36C-FDF6-4751-8EA8-A3438C4CD412}" dt="2026-02-05T06:29:41.502" v="411" actId="14100"/>
          <ac:picMkLst>
            <pc:docMk/>
            <pc:sldMk cId="3039803141" sldId="257"/>
            <ac:picMk id="11" creationId="{D13C8E36-4053-84B2-49F8-72C64B4B31EE}"/>
          </ac:picMkLst>
        </pc:picChg>
        <pc:picChg chg="add del">
          <ac:chgData name="Aaron Alphonso" userId="be910e228fa57beb" providerId="LiveId" clId="{909EF36C-FDF6-4751-8EA8-A3438C4CD412}" dt="2026-02-05T06:30:14.274" v="413" actId="22"/>
          <ac:picMkLst>
            <pc:docMk/>
            <pc:sldMk cId="3039803141" sldId="257"/>
            <ac:picMk id="13" creationId="{F48250F2-CA38-86DA-6A6C-0F8C6B9DCD0F}"/>
          </ac:picMkLst>
        </pc:picChg>
        <pc:picChg chg="add mod">
          <ac:chgData name="Aaron Alphonso" userId="be910e228fa57beb" providerId="LiveId" clId="{909EF36C-FDF6-4751-8EA8-A3438C4CD412}" dt="2026-02-05T06:34:31.415" v="478" actId="14100"/>
          <ac:picMkLst>
            <pc:docMk/>
            <pc:sldMk cId="3039803141" sldId="257"/>
            <ac:picMk id="15" creationId="{F028D09B-A182-22E7-507A-FFE79988CAC4}"/>
          </ac:picMkLst>
        </pc:picChg>
        <pc:picChg chg="add mod">
          <ac:chgData name="Aaron Alphonso" userId="be910e228fa57beb" providerId="LiveId" clId="{909EF36C-FDF6-4751-8EA8-A3438C4CD412}" dt="2026-02-05T06:35:05.415" v="484" actId="1076"/>
          <ac:picMkLst>
            <pc:docMk/>
            <pc:sldMk cId="3039803141" sldId="257"/>
            <ac:picMk id="17" creationId="{208568D1-2396-C2ED-69BE-F4FCB1BDE694}"/>
          </ac:picMkLst>
        </pc:picChg>
      </pc:sldChg>
      <pc:sldChg chg="addSp modSp add mod">
        <pc:chgData name="Aaron Alphonso" userId="be910e228fa57beb" providerId="LiveId" clId="{909EF36C-FDF6-4751-8EA8-A3438C4CD412}" dt="2026-02-05T07:18:14.155" v="556" actId="1076"/>
        <pc:sldMkLst>
          <pc:docMk/>
          <pc:sldMk cId="1181024326" sldId="258"/>
        </pc:sldMkLst>
        <pc:spChg chg="mod">
          <ac:chgData name="Aaron Alphonso" userId="be910e228fa57beb" providerId="LiveId" clId="{909EF36C-FDF6-4751-8EA8-A3438C4CD412}" dt="2026-02-05T06:26:08.529" v="344" actId="20577"/>
          <ac:spMkLst>
            <pc:docMk/>
            <pc:sldMk cId="1181024326" sldId="258"/>
            <ac:spMk id="2" creationId="{DA55AC06-A6E8-784F-D135-4A136020D002}"/>
          </ac:spMkLst>
        </pc:spChg>
        <pc:picChg chg="add mod">
          <ac:chgData name="Aaron Alphonso" userId="be910e228fa57beb" providerId="LiveId" clId="{909EF36C-FDF6-4751-8EA8-A3438C4CD412}" dt="2026-02-05T07:18:14.155" v="556" actId="1076"/>
          <ac:picMkLst>
            <pc:docMk/>
            <pc:sldMk cId="1181024326" sldId="258"/>
            <ac:picMk id="5" creationId="{9FA44163-596F-DCBF-C5DE-96BC519F6BC4}"/>
          </ac:picMkLst>
        </pc:picChg>
      </pc:sldChg>
      <pc:sldChg chg="addSp delSp modSp add mod">
        <pc:chgData name="Aaron Alphonso" userId="be910e228fa57beb" providerId="LiveId" clId="{909EF36C-FDF6-4751-8EA8-A3438C4CD412}" dt="2026-02-05T06:40:11.874" v="552" actId="1076"/>
        <pc:sldMkLst>
          <pc:docMk/>
          <pc:sldMk cId="1308990858" sldId="259"/>
        </pc:sldMkLst>
        <pc:spChg chg="mod">
          <ac:chgData name="Aaron Alphonso" userId="be910e228fa57beb" providerId="LiveId" clId="{909EF36C-FDF6-4751-8EA8-A3438C4CD412}" dt="2026-02-05T06:36:03.499" v="507" actId="20577"/>
          <ac:spMkLst>
            <pc:docMk/>
            <pc:sldMk cId="1308990858" sldId="259"/>
            <ac:spMk id="2" creationId="{2ABE1F7D-B432-BCC0-1486-F0750760FF03}"/>
          </ac:spMkLst>
        </pc:spChg>
        <pc:spChg chg="mod">
          <ac:chgData name="Aaron Alphonso" userId="be910e228fa57beb" providerId="LiveId" clId="{909EF36C-FDF6-4751-8EA8-A3438C4CD412}" dt="2026-02-05T06:40:11.874" v="552" actId="1076"/>
          <ac:spMkLst>
            <pc:docMk/>
            <pc:sldMk cId="1308990858" sldId="259"/>
            <ac:spMk id="9" creationId="{4E66ADEF-E6D7-389E-CE4D-0D944BCF9D68}"/>
          </ac:spMkLst>
        </pc:spChg>
        <pc:picChg chg="del">
          <ac:chgData name="Aaron Alphonso" userId="be910e228fa57beb" providerId="LiveId" clId="{909EF36C-FDF6-4751-8EA8-A3438C4CD412}" dt="2026-02-05T06:36:09.596" v="508" actId="478"/>
          <ac:picMkLst>
            <pc:docMk/>
            <pc:sldMk cId="1308990858" sldId="259"/>
            <ac:picMk id="5" creationId="{F23653AD-0AD1-B8B9-650B-4A92AC6A1E01}"/>
          </ac:picMkLst>
        </pc:picChg>
        <pc:picChg chg="del">
          <ac:chgData name="Aaron Alphonso" userId="be910e228fa57beb" providerId="LiveId" clId="{909EF36C-FDF6-4751-8EA8-A3438C4CD412}" dt="2026-02-05T06:36:09.596" v="508" actId="478"/>
          <ac:picMkLst>
            <pc:docMk/>
            <pc:sldMk cId="1308990858" sldId="259"/>
            <ac:picMk id="7" creationId="{66FA6691-0BEA-266D-48D2-2FC8772FBE47}"/>
          </ac:picMkLst>
        </pc:picChg>
        <pc:picChg chg="del">
          <ac:chgData name="Aaron Alphonso" userId="be910e228fa57beb" providerId="LiveId" clId="{909EF36C-FDF6-4751-8EA8-A3438C4CD412}" dt="2026-02-05T06:36:09.596" v="508" actId="478"/>
          <ac:picMkLst>
            <pc:docMk/>
            <pc:sldMk cId="1308990858" sldId="259"/>
            <ac:picMk id="11" creationId="{0E005223-C11A-0B0E-065E-F878779F0AA8}"/>
          </ac:picMkLst>
        </pc:picChg>
        <pc:picChg chg="del">
          <ac:chgData name="Aaron Alphonso" userId="be910e228fa57beb" providerId="LiveId" clId="{909EF36C-FDF6-4751-8EA8-A3438C4CD412}" dt="2026-02-05T06:36:09.596" v="508" actId="478"/>
          <ac:picMkLst>
            <pc:docMk/>
            <pc:sldMk cId="1308990858" sldId="259"/>
            <ac:picMk id="15" creationId="{2F1F511D-2B1A-B1B3-6395-177B0698B08F}"/>
          </ac:picMkLst>
        </pc:picChg>
        <pc:picChg chg="del">
          <ac:chgData name="Aaron Alphonso" userId="be910e228fa57beb" providerId="LiveId" clId="{909EF36C-FDF6-4751-8EA8-A3438C4CD412}" dt="2026-02-05T06:36:09.596" v="508" actId="478"/>
          <ac:picMkLst>
            <pc:docMk/>
            <pc:sldMk cId="1308990858" sldId="259"/>
            <ac:picMk id="17" creationId="{8E009C03-2AB3-8A18-F5A3-2EB04468D012}"/>
          </ac:picMkLst>
        </pc:picChg>
        <pc:picChg chg="add mod">
          <ac:chgData name="Aaron Alphonso" userId="be910e228fa57beb" providerId="LiveId" clId="{909EF36C-FDF6-4751-8EA8-A3438C4CD412}" dt="2026-02-05T06:38:33.786" v="537" actId="14100"/>
          <ac:picMkLst>
            <pc:docMk/>
            <pc:sldMk cId="1308990858" sldId="259"/>
            <ac:picMk id="2050" creationId="{5FC92246-09F9-7C4B-E93C-E5B452927FAC}"/>
          </ac:picMkLst>
        </pc:picChg>
        <pc:picChg chg="add mod">
          <ac:chgData name="Aaron Alphonso" userId="be910e228fa57beb" providerId="LiveId" clId="{909EF36C-FDF6-4751-8EA8-A3438C4CD412}" dt="2026-02-05T06:37:34.962" v="526" actId="1076"/>
          <ac:picMkLst>
            <pc:docMk/>
            <pc:sldMk cId="1308990858" sldId="259"/>
            <ac:picMk id="2052" creationId="{50955D54-18B6-05A1-3DB0-D0A0D6CBB6A1}"/>
          </ac:picMkLst>
        </pc:picChg>
        <pc:picChg chg="add mod">
          <ac:chgData name="Aaron Alphonso" userId="be910e228fa57beb" providerId="LiveId" clId="{909EF36C-FDF6-4751-8EA8-A3438C4CD412}" dt="2026-02-05T06:38:41.417" v="539" actId="14100"/>
          <ac:picMkLst>
            <pc:docMk/>
            <pc:sldMk cId="1308990858" sldId="259"/>
            <ac:picMk id="2054" creationId="{EA5373B2-46F4-7DA6-4003-525BC8582C70}"/>
          </ac:picMkLst>
        </pc:picChg>
        <pc:picChg chg="add mod">
          <ac:chgData name="Aaron Alphonso" userId="be910e228fa57beb" providerId="LiveId" clId="{909EF36C-FDF6-4751-8EA8-A3438C4CD412}" dt="2026-02-05T06:37:58.074" v="532" actId="1076"/>
          <ac:picMkLst>
            <pc:docMk/>
            <pc:sldMk cId="1308990858" sldId="259"/>
            <ac:picMk id="2056" creationId="{2BCC952C-4B1B-30BF-4FE7-AB219768E2E1}"/>
          </ac:picMkLst>
        </pc:picChg>
        <pc:picChg chg="add mod">
          <ac:chgData name="Aaron Alphonso" userId="be910e228fa57beb" providerId="LiveId" clId="{909EF36C-FDF6-4751-8EA8-A3438C4CD412}" dt="2026-02-05T06:38:49.245" v="541" actId="14100"/>
          <ac:picMkLst>
            <pc:docMk/>
            <pc:sldMk cId="1308990858" sldId="259"/>
            <ac:picMk id="2058" creationId="{B649C803-03AA-0417-D56D-037A97403264}"/>
          </ac:picMkLst>
        </pc:picChg>
        <pc:picChg chg="add mod">
          <ac:chgData name="Aaron Alphonso" userId="be910e228fa57beb" providerId="LiveId" clId="{909EF36C-FDF6-4751-8EA8-A3438C4CD412}" dt="2026-02-05T06:38:54.316" v="543" actId="14100"/>
          <ac:picMkLst>
            <pc:docMk/>
            <pc:sldMk cId="1308990858" sldId="259"/>
            <ac:picMk id="2060" creationId="{B3323AEA-D518-A798-38C6-C0A9B0281456}"/>
          </ac:picMkLst>
        </pc:picChg>
        <pc:picChg chg="add mod">
          <ac:chgData name="Aaron Alphonso" userId="be910e228fa57beb" providerId="LiveId" clId="{909EF36C-FDF6-4751-8EA8-A3438C4CD412}" dt="2026-02-05T06:39:58.892" v="550" actId="14100"/>
          <ac:picMkLst>
            <pc:docMk/>
            <pc:sldMk cId="1308990858" sldId="259"/>
            <ac:picMk id="2062" creationId="{C1B4DB59-E64A-FD53-8DD7-7D4960AD1115}"/>
          </ac:picMkLst>
        </pc:picChg>
      </pc:sldChg>
      <pc:sldChg chg="addSp modSp add mod">
        <pc:chgData name="Aaron Alphonso" userId="be910e228fa57beb" providerId="LiveId" clId="{909EF36C-FDF6-4751-8EA8-A3438C4CD412}" dt="2026-02-05T14:03:28.783" v="1052" actId="14100"/>
        <pc:sldMkLst>
          <pc:docMk/>
          <pc:sldMk cId="1689593434" sldId="260"/>
        </pc:sldMkLst>
        <pc:spChg chg="mod">
          <ac:chgData name="Aaron Alphonso" userId="be910e228fa57beb" providerId="LiveId" clId="{909EF36C-FDF6-4751-8EA8-A3438C4CD412}" dt="2026-02-05T14:03:23.099" v="1051" actId="20577"/>
          <ac:spMkLst>
            <pc:docMk/>
            <pc:sldMk cId="1689593434" sldId="260"/>
            <ac:spMk id="2" creationId="{0C259AEE-28B7-0F62-D3D3-11FE75106D76}"/>
          </ac:spMkLst>
        </pc:spChg>
        <pc:spChg chg="add mod">
          <ac:chgData name="Aaron Alphonso" userId="be910e228fa57beb" providerId="LiveId" clId="{909EF36C-FDF6-4751-8EA8-A3438C4CD412}" dt="2026-02-05T14:03:28.783" v="1052" actId="14100"/>
          <ac:spMkLst>
            <pc:docMk/>
            <pc:sldMk cId="1689593434" sldId="260"/>
            <ac:spMk id="8" creationId="{3C73326E-CD61-7DA9-1727-151C64B60657}"/>
          </ac:spMkLst>
        </pc:spChg>
        <pc:picChg chg="add mod">
          <ac:chgData name="Aaron Alphonso" userId="be910e228fa57beb" providerId="LiveId" clId="{909EF36C-FDF6-4751-8EA8-A3438C4CD412}" dt="2026-02-05T11:35:29.136" v="564" actId="1076"/>
          <ac:picMkLst>
            <pc:docMk/>
            <pc:sldMk cId="1689593434" sldId="260"/>
            <ac:picMk id="5" creationId="{3A603EE6-EB8B-38AE-79CE-38A573375881}"/>
          </ac:picMkLst>
        </pc:picChg>
        <pc:picChg chg="add mod">
          <ac:chgData name="Aaron Alphonso" userId="be910e228fa57beb" providerId="LiveId" clId="{909EF36C-FDF6-4751-8EA8-A3438C4CD412}" dt="2026-02-05T11:35:31.703" v="565" actId="1076"/>
          <ac:picMkLst>
            <pc:docMk/>
            <pc:sldMk cId="1689593434" sldId="260"/>
            <ac:picMk id="7" creationId="{2DC4D519-C679-76DF-3E88-714D4F6085C1}"/>
          </ac:picMkLst>
        </pc:picChg>
      </pc:sldChg>
      <pc:sldChg chg="addSp delSp modSp add mod">
        <pc:chgData name="Aaron Alphonso" userId="be910e228fa57beb" providerId="LiveId" clId="{909EF36C-FDF6-4751-8EA8-A3438C4CD412}" dt="2026-02-05T14:06:50.102" v="1132" actId="20577"/>
        <pc:sldMkLst>
          <pc:docMk/>
          <pc:sldMk cId="3417884569" sldId="261"/>
        </pc:sldMkLst>
        <pc:spChg chg="mod">
          <ac:chgData name="Aaron Alphonso" userId="be910e228fa57beb" providerId="LiveId" clId="{909EF36C-FDF6-4751-8EA8-A3438C4CD412}" dt="2026-02-05T12:04:26.587" v="721" actId="27636"/>
          <ac:spMkLst>
            <pc:docMk/>
            <pc:sldMk cId="3417884569" sldId="261"/>
            <ac:spMk id="2" creationId="{12275803-8776-2F7D-54DF-F18034864154}"/>
          </ac:spMkLst>
        </pc:spChg>
        <pc:spChg chg="mod">
          <ac:chgData name="Aaron Alphonso" userId="be910e228fa57beb" providerId="LiveId" clId="{909EF36C-FDF6-4751-8EA8-A3438C4CD412}" dt="2026-02-05T14:06:22.821" v="1073" actId="1076"/>
          <ac:spMkLst>
            <pc:docMk/>
            <pc:sldMk cId="3417884569" sldId="261"/>
            <ac:spMk id="8" creationId="{C6F60F5C-888D-C5BC-1EA4-2D790E68E2E7}"/>
          </ac:spMkLst>
        </pc:spChg>
        <pc:spChg chg="add mod">
          <ac:chgData name="Aaron Alphonso" userId="be910e228fa57beb" providerId="LiveId" clId="{909EF36C-FDF6-4751-8EA8-A3438C4CD412}" dt="2026-02-05T14:06:50.102" v="1132" actId="20577"/>
          <ac:spMkLst>
            <pc:docMk/>
            <pc:sldMk cId="3417884569" sldId="261"/>
            <ac:spMk id="17" creationId="{F70924D3-CBD8-ED87-F486-D92375B8C855}"/>
          </ac:spMkLst>
        </pc:spChg>
        <pc:picChg chg="del">
          <ac:chgData name="Aaron Alphonso" userId="be910e228fa57beb" providerId="LiveId" clId="{909EF36C-FDF6-4751-8EA8-A3438C4CD412}" dt="2026-02-05T11:37:20.957" v="674" actId="478"/>
          <ac:picMkLst>
            <pc:docMk/>
            <pc:sldMk cId="3417884569" sldId="261"/>
            <ac:picMk id="5" creationId="{D3A2E94D-0A5A-8879-6A7C-710F59B0543C}"/>
          </ac:picMkLst>
        </pc:picChg>
        <pc:picChg chg="add mod">
          <ac:chgData name="Aaron Alphonso" userId="be910e228fa57beb" providerId="LiveId" clId="{909EF36C-FDF6-4751-8EA8-A3438C4CD412}" dt="2026-02-05T14:05:58.086" v="1067" actId="1076"/>
          <ac:picMkLst>
            <pc:docMk/>
            <pc:sldMk cId="3417884569" sldId="261"/>
            <ac:picMk id="6" creationId="{A4263AE4-00B3-7A25-1B96-0C1F875319DF}"/>
          </ac:picMkLst>
        </pc:picChg>
        <pc:picChg chg="del">
          <ac:chgData name="Aaron Alphonso" userId="be910e228fa57beb" providerId="LiveId" clId="{909EF36C-FDF6-4751-8EA8-A3438C4CD412}" dt="2026-02-05T11:37:22.573" v="675" actId="478"/>
          <ac:picMkLst>
            <pc:docMk/>
            <pc:sldMk cId="3417884569" sldId="261"/>
            <ac:picMk id="7" creationId="{9CB65959-7320-4A6C-234F-6AA40CD587AF}"/>
          </ac:picMkLst>
        </pc:picChg>
        <pc:picChg chg="add mod">
          <ac:chgData name="Aaron Alphonso" userId="be910e228fa57beb" providerId="LiveId" clId="{909EF36C-FDF6-4751-8EA8-A3438C4CD412}" dt="2026-02-05T14:06:05.768" v="1069" actId="1076"/>
          <ac:picMkLst>
            <pc:docMk/>
            <pc:sldMk cId="3417884569" sldId="261"/>
            <ac:picMk id="10" creationId="{8B0BA5F9-52CF-2B7B-0C42-EFE03B48A723}"/>
          </ac:picMkLst>
        </pc:picChg>
        <pc:picChg chg="add mod">
          <ac:chgData name="Aaron Alphonso" userId="be910e228fa57beb" providerId="LiveId" clId="{909EF36C-FDF6-4751-8EA8-A3438C4CD412}" dt="2026-02-05T14:06:08.304" v="1070" actId="1076"/>
          <ac:picMkLst>
            <pc:docMk/>
            <pc:sldMk cId="3417884569" sldId="261"/>
            <ac:picMk id="12" creationId="{E352CD2E-581A-9BA2-E4CE-3374D7405031}"/>
          </ac:picMkLst>
        </pc:picChg>
        <pc:picChg chg="add mod">
          <ac:chgData name="Aaron Alphonso" userId="be910e228fa57beb" providerId="LiveId" clId="{909EF36C-FDF6-4751-8EA8-A3438C4CD412}" dt="2026-02-05T14:06:11.185" v="1071" actId="1076"/>
          <ac:picMkLst>
            <pc:docMk/>
            <pc:sldMk cId="3417884569" sldId="261"/>
            <ac:picMk id="14" creationId="{C861CA6B-3C13-2D26-D0FF-8E5822DBFDEA}"/>
          </ac:picMkLst>
        </pc:picChg>
        <pc:picChg chg="add mod">
          <ac:chgData name="Aaron Alphonso" userId="be910e228fa57beb" providerId="LiveId" clId="{909EF36C-FDF6-4751-8EA8-A3438C4CD412}" dt="2026-02-05T14:06:26.799" v="1074" actId="1076"/>
          <ac:picMkLst>
            <pc:docMk/>
            <pc:sldMk cId="3417884569" sldId="261"/>
            <ac:picMk id="16" creationId="{7AD4B11D-66C8-D471-EE5F-1443FCBC473F}"/>
          </ac:picMkLst>
        </pc:picChg>
      </pc:sldChg>
      <pc:sldChg chg="addSp delSp modSp add mod">
        <pc:chgData name="Aaron Alphonso" userId="be910e228fa57beb" providerId="LiveId" clId="{909EF36C-FDF6-4751-8EA8-A3438C4CD412}" dt="2026-02-05T14:10:49.115" v="1363" actId="20577"/>
        <pc:sldMkLst>
          <pc:docMk/>
          <pc:sldMk cId="3052458928" sldId="262"/>
        </pc:sldMkLst>
        <pc:spChg chg="mod">
          <ac:chgData name="Aaron Alphonso" userId="be910e228fa57beb" providerId="LiveId" clId="{909EF36C-FDF6-4751-8EA8-A3438C4CD412}" dt="2026-02-05T14:10:30.519" v="1282" actId="20577"/>
          <ac:spMkLst>
            <pc:docMk/>
            <pc:sldMk cId="3052458928" sldId="262"/>
            <ac:spMk id="2" creationId="{BFDE7835-5792-A387-A136-4CE3659DE2EC}"/>
          </ac:spMkLst>
        </pc:spChg>
        <pc:spChg chg="mod">
          <ac:chgData name="Aaron Alphonso" userId="be910e228fa57beb" providerId="LiveId" clId="{909EF36C-FDF6-4751-8EA8-A3438C4CD412}" dt="2026-02-05T14:10:49.115" v="1363" actId="20577"/>
          <ac:spMkLst>
            <pc:docMk/>
            <pc:sldMk cId="3052458928" sldId="262"/>
            <ac:spMk id="9" creationId="{67377CB3-0F81-14E7-B1BC-7D8233203FD1}"/>
          </ac:spMkLst>
        </pc:spChg>
        <pc:picChg chg="del">
          <ac:chgData name="Aaron Alphonso" userId="be910e228fa57beb" providerId="LiveId" clId="{909EF36C-FDF6-4751-8EA8-A3438C4CD412}" dt="2026-02-05T14:08:59.138" v="1135" actId="478"/>
          <ac:picMkLst>
            <pc:docMk/>
            <pc:sldMk cId="3052458928" sldId="262"/>
            <ac:picMk id="5" creationId="{C23368D7-96F2-9434-FDF1-2A05AAE8CF5E}"/>
          </ac:picMkLst>
        </pc:picChg>
        <pc:picChg chg="add mod">
          <ac:chgData name="Aaron Alphonso" userId="be910e228fa57beb" providerId="LiveId" clId="{909EF36C-FDF6-4751-8EA8-A3438C4CD412}" dt="2026-02-05T14:10:01.731" v="1226" actId="14100"/>
          <ac:picMkLst>
            <pc:docMk/>
            <pc:sldMk cId="3052458928" sldId="262"/>
            <ac:picMk id="6" creationId="{26ADAEFF-4AAB-195C-BEAB-F3F1CEA1E949}"/>
          </ac:picMkLst>
        </pc:picChg>
        <pc:picChg chg="del">
          <ac:chgData name="Aaron Alphonso" userId="be910e228fa57beb" providerId="LiveId" clId="{909EF36C-FDF6-4751-8EA8-A3438C4CD412}" dt="2026-02-05T14:08:56.465" v="1134" actId="478"/>
          <ac:picMkLst>
            <pc:docMk/>
            <pc:sldMk cId="3052458928" sldId="262"/>
            <ac:picMk id="7" creationId="{66A5D565-0EFB-261B-6F43-9C2F4157D4EF}"/>
          </ac:picMkLst>
        </pc:picChg>
        <pc:picChg chg="del">
          <ac:chgData name="Aaron Alphonso" userId="be910e228fa57beb" providerId="LiveId" clId="{909EF36C-FDF6-4751-8EA8-A3438C4CD412}" dt="2026-02-05T14:09:02.752" v="1137" actId="478"/>
          <ac:picMkLst>
            <pc:docMk/>
            <pc:sldMk cId="3052458928" sldId="262"/>
            <ac:picMk id="11" creationId="{60FE5744-BDA1-8C1D-2907-E0F200884596}"/>
          </ac:picMkLst>
        </pc:picChg>
        <pc:picChg chg="del">
          <ac:chgData name="Aaron Alphonso" userId="be910e228fa57beb" providerId="LiveId" clId="{909EF36C-FDF6-4751-8EA8-A3438C4CD412}" dt="2026-02-05T14:09:00.956" v="1136" actId="478"/>
          <ac:picMkLst>
            <pc:docMk/>
            <pc:sldMk cId="3052458928" sldId="262"/>
            <ac:picMk id="15" creationId="{07AD37AF-7CED-9DC4-983B-6CDC75527C81}"/>
          </ac:picMkLst>
        </pc:picChg>
        <pc:picChg chg="del">
          <ac:chgData name="Aaron Alphonso" userId="be910e228fa57beb" providerId="LiveId" clId="{909EF36C-FDF6-4751-8EA8-A3438C4CD412}" dt="2026-02-05T14:09:04.323" v="1138" actId="478"/>
          <ac:picMkLst>
            <pc:docMk/>
            <pc:sldMk cId="3052458928" sldId="262"/>
            <ac:picMk id="17" creationId="{1802BE8D-9DDF-A9E3-A846-10060282009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234CA-2BCE-1EFE-FD62-57799C16D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9DE24-1A35-F65B-0DA6-CD60538B3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0CAC5-D72B-A78B-E5F3-F6E3CBDFA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2EE8-C66B-449C-B05B-B365A3D8EA9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9547E-85A5-44DA-D18E-A75C3D96F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39A62-E50B-9887-EA0F-CAA003C3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E5A2-3F28-41B1-A41D-677CA0A07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88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28745-B3D7-44A0-29E7-2C09A0554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8F970-C3BE-B93A-78D3-3D86BA286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08F36-4678-BDD3-8AE8-BB1FA9761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2EE8-C66B-449C-B05B-B365A3D8EA9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E66DE-8AB2-C6C5-39FA-8DD463ADE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F8545-0762-B0F2-E952-A806FC18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E5A2-3F28-41B1-A41D-677CA0A07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64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38E56-94CD-03D1-7C59-1F8F63D94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31C21-0BB0-9E24-5558-FFC8EA1C5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9CA4E-C43B-FE7D-F23D-FE2FA4B8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2EE8-C66B-449C-B05B-B365A3D8EA9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8A799-929C-0CAE-0BEB-1A45B2B71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53FF0-7E0A-762F-112F-50DC4054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E5A2-3F28-41B1-A41D-677CA0A07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770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2F357-6A65-4CEC-3F2F-BBAB0C255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7D643-1DA1-0803-9242-617659002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EFCD3-947F-A067-D234-7AF112697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BF443-9C48-6C70-9FEC-5C9DC0AB2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2EE8-C66B-449C-B05B-B365A3D8EA9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6A091-5AE7-F66D-3FB9-934D3EC73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B9DB6-9962-0C0F-1A7A-5035AE68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E5A2-3F28-41B1-A41D-677CA0A07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52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DD852-DCDB-4A80-7D0F-7FA177CB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C3359-CF78-B46A-7AC2-12DC122D8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CCFD5-F475-D831-D395-2B4290ACC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568B7-18F6-686A-AB56-95ED96FDA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589756-6E1D-5857-0D60-83D7B1772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579D45-FFC0-7C68-C025-0918AA96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2EE8-C66B-449C-B05B-B365A3D8EA9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31ADD4-FD12-408B-FC49-88804DD9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1DD8F-7F4B-6EF6-BCC2-F809DF003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E5A2-3F28-41B1-A41D-677CA0A07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659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7A4AC-6B66-9B33-C309-87FBDD9E6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46B3E-E0AE-0199-44CF-8DA53143C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2EE8-C66B-449C-B05B-B365A3D8EA9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E5078-157E-CC36-C98C-F841CD85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69136-73F6-7BD4-CC42-8B49FA2FB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E5A2-3F28-41B1-A41D-677CA0A07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817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433354-3947-D3D5-8675-9BE5B437D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2EE8-C66B-449C-B05B-B365A3D8EA9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24C400-CC4B-0A8F-BC8D-EE511680B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9A69A-A52B-C480-6400-A8A54DC15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E5A2-3F28-41B1-A41D-677CA0A07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415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ED93-ADF9-73E6-E4BC-253D03594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207A0-7075-DE2A-D123-504DF9C5D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439068-01E0-02EE-B6C2-41DA3E3BF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0EDBB-9F44-E33E-AA39-52A654A2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2EE8-C66B-449C-B05B-B365A3D8EA9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89A51-EEDE-8C22-FC5D-C04FCDE57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39DBC-8A1F-E3DA-C2AA-211E7E256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E5A2-3F28-41B1-A41D-677CA0A07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05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D2BA1-5A5B-BECF-A93A-94E497A32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749366-7D49-F4DE-9517-99BFC129A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24828-7071-93B8-46E0-C5E8098E1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4F264-B034-2B26-E0D2-7921E494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2EE8-C66B-449C-B05B-B365A3D8EA9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6CBD5-176B-2240-328F-B54CF3629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61250-3B30-5D4C-6F21-2679109F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E5A2-3F28-41B1-A41D-677CA0A07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51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9D4F2-DF46-3B00-A953-A5413AA8C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5455E-4B04-89C8-309E-847180A45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505BC-CF68-A401-01E5-D4B389EA8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2EE8-C66B-449C-B05B-B365A3D8EA9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07E4F-FB14-7EAF-BA1B-C384EBD9C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A3C7A-9F53-2A0E-46D6-15019DA8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E5A2-3F28-41B1-A41D-677CA0A07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175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F1AE1-F487-5034-4D5B-A09FC8742A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FCB69-2C20-0640-3454-B2E48A41F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C3C6D-B333-7A99-CF09-7871AC5D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2EE8-C66B-449C-B05B-B365A3D8EA9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5C1A1-BE9F-5C77-B756-07055DB9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090E0-3CF6-D14A-35BA-84845C72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E5A2-3F28-41B1-A41D-677CA0A07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77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1BC5D-ECE2-90E4-BB5B-04CED410A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ADB05-E978-1E76-C61C-8C77B591C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D7A01-FEFD-585D-9CD0-512CD1BCB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32EE8-C66B-449C-B05B-B365A3D8EA9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516B9-C81F-0013-1D0A-E137BF22A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63818-F71D-3901-7823-A68FF199C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6E5A2-3F28-41B1-A41D-677CA0A07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582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4000">
              <a:srgbClr val="BFD1CA"/>
            </a:gs>
            <a:gs pos="83000">
              <a:srgbClr val="C1CCCF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FED12-9D94-409F-5210-4C8B20D46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9883"/>
            <a:ext cx="9144000" cy="64547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Audit report for Maui Jim B2B</a:t>
            </a:r>
          </a:p>
        </p:txBody>
      </p:sp>
      <p:pic>
        <p:nvPicPr>
          <p:cNvPr id="1026" name="Picture 2" descr="Encora">
            <a:extLst>
              <a:ext uri="{FF2B5EF4-FFF2-40B4-BE49-F238E27FC236}">
                <a16:creationId xmlns:a16="http://schemas.microsoft.com/office/drawing/2014/main" id="{3CC439E4-47C5-9B15-CCAF-F0BE7B134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040" y="5415280"/>
            <a:ext cx="1330960" cy="133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A05523-0F4F-B52B-B944-4083BA30D980}"/>
              </a:ext>
            </a:extLst>
          </p:cNvPr>
          <p:cNvSpPr txBox="1"/>
          <p:nvPr/>
        </p:nvSpPr>
        <p:spPr>
          <a:xfrm>
            <a:off x="254000" y="5896094"/>
            <a:ext cx="1402080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05-02-2026</a:t>
            </a:r>
          </a:p>
        </p:txBody>
      </p:sp>
    </p:spTree>
    <p:extLst>
      <p:ext uri="{BB962C8B-B14F-4D97-AF65-F5344CB8AC3E}">
        <p14:creationId xmlns:p14="http://schemas.microsoft.com/office/powerpoint/2010/main" val="3910150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4000">
              <a:srgbClr val="BFD1CA"/>
            </a:gs>
            <a:gs pos="83000">
              <a:srgbClr val="C1CCCF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147B3B-194F-90B9-F21B-AB417EA79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59AEE-28B7-0F62-D3D3-11FE75106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9883"/>
            <a:ext cx="9144000" cy="64547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Images can be updated in size</a:t>
            </a:r>
          </a:p>
        </p:txBody>
      </p:sp>
      <p:pic>
        <p:nvPicPr>
          <p:cNvPr id="1026" name="Picture 2" descr="Encora">
            <a:extLst>
              <a:ext uri="{FF2B5EF4-FFF2-40B4-BE49-F238E27FC236}">
                <a16:creationId xmlns:a16="http://schemas.microsoft.com/office/drawing/2014/main" id="{015C3C84-3532-E4BB-C7D5-C5AF03097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040" y="5415280"/>
            <a:ext cx="1330960" cy="133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D3E45E-72DC-8068-BF67-F04106FF7B0F}"/>
              </a:ext>
            </a:extLst>
          </p:cNvPr>
          <p:cNvSpPr txBox="1"/>
          <p:nvPr/>
        </p:nvSpPr>
        <p:spPr>
          <a:xfrm>
            <a:off x="254000" y="5896094"/>
            <a:ext cx="1402080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05-02-2026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603EE6-EB8B-38AE-79CE-38A573375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06" y="1288079"/>
            <a:ext cx="4706007" cy="2457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C4D519-C679-76DF-3E88-714D4F608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046" y="1288079"/>
            <a:ext cx="4769868" cy="24577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73326E-CD61-7DA9-1727-151C64B60657}"/>
              </a:ext>
            </a:extLst>
          </p:cNvPr>
          <p:cNvSpPr txBox="1"/>
          <p:nvPr/>
        </p:nvSpPr>
        <p:spPr>
          <a:xfrm>
            <a:off x="423806" y="4485488"/>
            <a:ext cx="1126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images used can be adjusted to fit to rendered size. This is mostly in the homepage carousel.</a:t>
            </a:r>
          </a:p>
        </p:txBody>
      </p:sp>
    </p:spTree>
    <p:extLst>
      <p:ext uri="{BB962C8B-B14F-4D97-AF65-F5344CB8AC3E}">
        <p14:creationId xmlns:p14="http://schemas.microsoft.com/office/powerpoint/2010/main" val="1689593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4000">
              <a:srgbClr val="BFD1CA"/>
            </a:gs>
            <a:gs pos="83000">
              <a:srgbClr val="C1CCCF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41040-5458-0D48-3580-12EA9A0ED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75803-8776-2F7D-54DF-F18034864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9883"/>
            <a:ext cx="9144000" cy="645477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Unused &amp; duplicate </a:t>
            </a:r>
            <a:r>
              <a:rPr lang="en-IN" sz="40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css</a:t>
            </a:r>
            <a:r>
              <a:rPr lang="en-IN" sz="4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en-IN" sz="40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js</a:t>
            </a:r>
            <a:r>
              <a:rPr lang="en-IN" sz="4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files</a:t>
            </a:r>
          </a:p>
        </p:txBody>
      </p:sp>
      <p:pic>
        <p:nvPicPr>
          <p:cNvPr id="1026" name="Picture 2" descr="Encora">
            <a:extLst>
              <a:ext uri="{FF2B5EF4-FFF2-40B4-BE49-F238E27FC236}">
                <a16:creationId xmlns:a16="http://schemas.microsoft.com/office/drawing/2014/main" id="{0595C23B-383E-3788-4361-F2B5A9528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040" y="5415280"/>
            <a:ext cx="1330960" cy="133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E51054-621A-3D40-35BE-21AD872D6A60}"/>
              </a:ext>
            </a:extLst>
          </p:cNvPr>
          <p:cNvSpPr txBox="1"/>
          <p:nvPr/>
        </p:nvSpPr>
        <p:spPr>
          <a:xfrm>
            <a:off x="254000" y="5896094"/>
            <a:ext cx="1402080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05-02-2026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F60F5C-888D-C5BC-1EA4-2D790E68E2E7}"/>
              </a:ext>
            </a:extLst>
          </p:cNvPr>
          <p:cNvSpPr txBox="1"/>
          <p:nvPr/>
        </p:nvSpPr>
        <p:spPr>
          <a:xfrm>
            <a:off x="253997" y="2166325"/>
            <a:ext cx="10554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 lot of places we have identical </a:t>
            </a:r>
            <a:r>
              <a:rPr lang="en-IN" dirty="0" err="1"/>
              <a:t>css</a:t>
            </a:r>
            <a:r>
              <a:rPr lang="en-IN" dirty="0"/>
              <a:t> &amp; </a:t>
            </a:r>
            <a:r>
              <a:rPr lang="en-IN" dirty="0" err="1"/>
              <a:t>js</a:t>
            </a:r>
            <a:r>
              <a:rPr lang="en-IN" dirty="0"/>
              <a:t> files which are not even getting used when page loads. They can be removed or updated accordingly. Also, found in coverage a lot of these files are not getting used when page is loaded.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263AE4-00B3-7A25-1B96-0C1F87531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7" y="1035571"/>
            <a:ext cx="10569856" cy="381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0BA5F9-52CF-2B7B-0C42-EFE03B48A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7" y="1416604"/>
            <a:ext cx="10554615" cy="3200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52CD2E-581A-9BA2-E4CE-3374D74050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97" y="1729777"/>
            <a:ext cx="10554615" cy="1600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61CA6B-3C13-2D26-D0FF-8E5822DBFD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997" y="1876076"/>
            <a:ext cx="10554615" cy="1737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D4B11D-66C8-D471-EE5F-1443FCBC47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995" y="3378653"/>
            <a:ext cx="10554615" cy="110860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70924D3-CBD8-ED87-F486-D92375B8C855}"/>
              </a:ext>
            </a:extLst>
          </p:cNvPr>
          <p:cNvSpPr txBox="1"/>
          <p:nvPr/>
        </p:nvSpPr>
        <p:spPr>
          <a:xfrm>
            <a:off x="253994" y="4730009"/>
            <a:ext cx="1055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Lot of </a:t>
            </a:r>
            <a:r>
              <a:rPr lang="en-IN" dirty="0" err="1"/>
              <a:t>css</a:t>
            </a:r>
            <a:r>
              <a:rPr lang="en-IN" dirty="0"/>
              <a:t>/</a:t>
            </a:r>
            <a:r>
              <a:rPr lang="en-IN" dirty="0" err="1"/>
              <a:t>js</a:t>
            </a:r>
            <a:r>
              <a:rPr lang="en-IN" dirty="0"/>
              <a:t> files which are empty and can be removed.</a:t>
            </a:r>
          </a:p>
        </p:txBody>
      </p:sp>
    </p:spTree>
    <p:extLst>
      <p:ext uri="{BB962C8B-B14F-4D97-AF65-F5344CB8AC3E}">
        <p14:creationId xmlns:p14="http://schemas.microsoft.com/office/powerpoint/2010/main" val="3417884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4000">
              <a:srgbClr val="BFD1CA"/>
            </a:gs>
            <a:gs pos="83000">
              <a:srgbClr val="C1CCCF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8350D-4B96-0514-363C-F71541284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AC06-A6E8-784F-D135-4A136020D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9883"/>
            <a:ext cx="9144000" cy="64547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Errors in console</a:t>
            </a:r>
          </a:p>
        </p:txBody>
      </p:sp>
      <p:pic>
        <p:nvPicPr>
          <p:cNvPr id="1026" name="Picture 2" descr="Encora">
            <a:extLst>
              <a:ext uri="{FF2B5EF4-FFF2-40B4-BE49-F238E27FC236}">
                <a16:creationId xmlns:a16="http://schemas.microsoft.com/office/drawing/2014/main" id="{2779EBA9-D555-191A-13B9-E1A01578E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040" y="5415280"/>
            <a:ext cx="1330960" cy="133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749C49-CEF9-C343-6511-0167DC5C82F9}"/>
              </a:ext>
            </a:extLst>
          </p:cNvPr>
          <p:cNvSpPr txBox="1"/>
          <p:nvPr/>
        </p:nvSpPr>
        <p:spPr>
          <a:xfrm>
            <a:off x="254000" y="5896094"/>
            <a:ext cx="1402080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05-02-2026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E057A7-A120-1463-8BAF-7E2C40142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19" y="1150223"/>
            <a:ext cx="11389361" cy="13664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E94835-D410-1FB2-7ABB-2045A626D927}"/>
              </a:ext>
            </a:extLst>
          </p:cNvPr>
          <p:cNvSpPr txBox="1"/>
          <p:nvPr/>
        </p:nvSpPr>
        <p:spPr>
          <a:xfrm>
            <a:off x="401319" y="2691572"/>
            <a:ext cx="9682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Console errors on cart page and all pages in general.</a:t>
            </a:r>
            <a:br>
              <a:rPr lang="en-IN" dirty="0"/>
            </a:br>
            <a:r>
              <a:rPr lang="en-IN" dirty="0"/>
              <a:t>Need to remove all the files which are getting called and not present and fix the GTM error.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44163-596F-DCBF-C5DE-96BC519F6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19" y="2516709"/>
            <a:ext cx="11164267" cy="20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02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4000">
              <a:srgbClr val="BFD1CA"/>
            </a:gs>
            <a:gs pos="83000">
              <a:srgbClr val="C1CCCF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C32E1-664C-1FEF-2F51-C6B95FEBB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D522E-B40E-3CEE-8014-84667F327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9883"/>
            <a:ext cx="9144000" cy="645477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Incorrect usage of “for” attributes in form</a:t>
            </a:r>
          </a:p>
        </p:txBody>
      </p:sp>
      <p:pic>
        <p:nvPicPr>
          <p:cNvPr id="1026" name="Picture 2" descr="Encora">
            <a:extLst>
              <a:ext uri="{FF2B5EF4-FFF2-40B4-BE49-F238E27FC236}">
                <a16:creationId xmlns:a16="http://schemas.microsoft.com/office/drawing/2014/main" id="{E3CC4E26-2A51-D2DD-FC2B-07CB69CF9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040" y="5415280"/>
            <a:ext cx="1330960" cy="133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C6A1E9-3A4B-B98C-AC61-8A75B7F17DA0}"/>
              </a:ext>
            </a:extLst>
          </p:cNvPr>
          <p:cNvSpPr txBox="1"/>
          <p:nvPr/>
        </p:nvSpPr>
        <p:spPr>
          <a:xfrm>
            <a:off x="254000" y="5896094"/>
            <a:ext cx="1402080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05-02-2026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109D08-84C3-3399-389B-F48B6B74BFAF}"/>
              </a:ext>
            </a:extLst>
          </p:cNvPr>
          <p:cNvSpPr txBox="1"/>
          <p:nvPr/>
        </p:nvSpPr>
        <p:spPr>
          <a:xfrm>
            <a:off x="401319" y="3260532"/>
            <a:ext cx="9682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label’s for attribute doesn’t match id in the form. This might prevent the browser from correctly </a:t>
            </a:r>
            <a:r>
              <a:rPr lang="en-US" dirty="0" err="1"/>
              <a:t>autofilling</a:t>
            </a:r>
            <a:r>
              <a:rPr lang="en-US" dirty="0"/>
              <a:t> the form and accessibility tools from working correctly.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45C5F6-F221-6672-3C24-0185AF9A1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19" y="975360"/>
            <a:ext cx="11168089" cy="264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4B978B-D135-4D34-8B93-871CBD3B0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19" y="1293089"/>
            <a:ext cx="11168089" cy="3887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3C8E36-4053-84B2-49F8-72C64B4B3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319" y="1712265"/>
            <a:ext cx="11168089" cy="3190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28D09B-A182-22E7-507A-FFE79988CA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319" y="2061766"/>
            <a:ext cx="11168089" cy="3378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8568D1-2396-C2ED-69BE-F4FCB1BDE6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319" y="2430002"/>
            <a:ext cx="11168089" cy="55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03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4000">
              <a:srgbClr val="BFD1CA"/>
            </a:gs>
            <a:gs pos="83000">
              <a:srgbClr val="C1CCCF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6CB532-E6C5-C959-693B-FEBD7CF5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E7835-5792-A387-A136-4CE3659DE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318" y="269835"/>
            <a:ext cx="11353801" cy="522645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Call certain scripts and styles only on certain pages</a:t>
            </a:r>
          </a:p>
        </p:txBody>
      </p:sp>
      <p:pic>
        <p:nvPicPr>
          <p:cNvPr id="1026" name="Picture 2" descr="Encora">
            <a:extLst>
              <a:ext uri="{FF2B5EF4-FFF2-40B4-BE49-F238E27FC236}">
                <a16:creationId xmlns:a16="http://schemas.microsoft.com/office/drawing/2014/main" id="{EC641A76-6B17-C2D0-3B1E-0DB183A18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040" y="5415280"/>
            <a:ext cx="1330960" cy="133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9A3C66-B6F1-939C-0643-127522B40FAA}"/>
              </a:ext>
            </a:extLst>
          </p:cNvPr>
          <p:cNvSpPr txBox="1"/>
          <p:nvPr/>
        </p:nvSpPr>
        <p:spPr>
          <a:xfrm>
            <a:off x="254000" y="5896094"/>
            <a:ext cx="1402080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05-02-2026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377CB3-0F81-14E7-B1BC-7D8233203FD1}"/>
              </a:ext>
            </a:extLst>
          </p:cNvPr>
          <p:cNvSpPr txBox="1"/>
          <p:nvPr/>
        </p:nvSpPr>
        <p:spPr>
          <a:xfrm>
            <a:off x="401319" y="3260532"/>
            <a:ext cx="968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call certain plugins only when needed on pages instead of everywhere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ADAEFF-4AAB-195C-BEAB-F3F1CEA1E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03" y="948134"/>
            <a:ext cx="11026039" cy="74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58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4000">
              <a:srgbClr val="BFD1CA"/>
            </a:gs>
            <a:gs pos="83000">
              <a:srgbClr val="C1CCCF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D50C5D-C253-524E-EE56-F6ED48B0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1F7D-B432-BCC0-1486-F0750760F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9883"/>
            <a:ext cx="9144000" cy="645477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Touch target on mobile</a:t>
            </a:r>
          </a:p>
        </p:txBody>
      </p:sp>
      <p:pic>
        <p:nvPicPr>
          <p:cNvPr id="1026" name="Picture 2" descr="Encora">
            <a:extLst>
              <a:ext uri="{FF2B5EF4-FFF2-40B4-BE49-F238E27FC236}">
                <a16:creationId xmlns:a16="http://schemas.microsoft.com/office/drawing/2014/main" id="{B5099CE6-FC63-75D4-4B3B-D5F97C34F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040" y="5415280"/>
            <a:ext cx="1330960" cy="133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F1F8E3-0324-F017-56A6-C3894C18834A}"/>
              </a:ext>
            </a:extLst>
          </p:cNvPr>
          <p:cNvSpPr txBox="1"/>
          <p:nvPr/>
        </p:nvSpPr>
        <p:spPr>
          <a:xfrm>
            <a:off x="254000" y="5896094"/>
            <a:ext cx="1402080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05-02-2026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66ADEF-E6D7-389E-CE4D-0D944BCF9D68}"/>
              </a:ext>
            </a:extLst>
          </p:cNvPr>
          <p:cNvSpPr txBox="1"/>
          <p:nvPr/>
        </p:nvSpPr>
        <p:spPr>
          <a:xfrm>
            <a:off x="330198" y="4697467"/>
            <a:ext cx="4881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/>
              <a:t>Touch targets do not have sufficient size or spacing. </a:t>
            </a:r>
          </a:p>
          <a:p>
            <a:pPr fontAlgn="base"/>
            <a:r>
              <a:rPr lang="en-US" dirty="0"/>
              <a:t>Minimum touch target size: 48 × 48 CSS pixels 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FC92246-09F9-7C4B-E93C-E5B452927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975360"/>
            <a:ext cx="4881881" cy="363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EA5373B2-46F4-7DA6-4003-525BC8582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360" y="975360"/>
            <a:ext cx="5567680" cy="1159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B649C803-03AA-0417-D56D-037A97403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080" y="2135293"/>
            <a:ext cx="5648960" cy="57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B3323AEA-D518-A798-38C6-C0A9B0281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080" y="2714674"/>
            <a:ext cx="5648960" cy="159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C1B4DB59-E64A-FD53-8DD7-7D4960AD1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399" y="4277882"/>
            <a:ext cx="5628641" cy="1587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990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1378</TotalTime>
  <Words>225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Cascadia Code SemiBold</vt:lpstr>
      <vt:lpstr>Office Theme</vt:lpstr>
      <vt:lpstr>Audit report for Maui Jim B2B</vt:lpstr>
      <vt:lpstr>Images can be updated in size</vt:lpstr>
      <vt:lpstr>Unused &amp; duplicate css/js files</vt:lpstr>
      <vt:lpstr>Errors in console</vt:lpstr>
      <vt:lpstr>Incorrect usage of “for” attributes in form</vt:lpstr>
      <vt:lpstr>Call certain scripts and styles only on certain pages</vt:lpstr>
      <vt:lpstr>Touch target on mobile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Alphonso</dc:creator>
  <cp:lastModifiedBy>Aaron Alphonso</cp:lastModifiedBy>
  <cp:revision>1</cp:revision>
  <dcterms:created xsi:type="dcterms:W3CDTF">2026-02-04T15:12:11Z</dcterms:created>
  <dcterms:modified xsi:type="dcterms:W3CDTF">2026-02-05T14:10:53Z</dcterms:modified>
</cp:coreProperties>
</file>